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4" r:id="rId11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60f8ee19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60f8ee199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0f8ee19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60f8ee19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0f8ee199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60f8ee199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60f8ee199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60f8ee199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60f8ee19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60f8ee19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0f8ee19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60f8ee19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0f8ee19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60f8ee19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99119" y="1371600"/>
            <a:ext cx="61737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rbe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99118" y="3600450"/>
            <a:ext cx="617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cap="none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685800" y="973750"/>
            <a:ext cx="57969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orbe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685800" y="2230450"/>
            <a:ext cx="57969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l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l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l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l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94918" y="1885950"/>
            <a:ext cx="6521100" cy="21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orbel"/>
              <a:buNone/>
              <a:defRPr sz="36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99118" y="4057650"/>
            <a:ext cx="651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142107" y="285750"/>
            <a:ext cx="6859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142107" y="1428749"/>
            <a:ext cx="6852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142107" y="285750"/>
            <a:ext cx="6859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128880" y="1428751"/>
            <a:ext cx="331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238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 sz="15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673104" y="1428751"/>
            <a:ext cx="331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238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 sz="15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142107" y="285750"/>
            <a:ext cx="6859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142106" y="1428750"/>
            <a:ext cx="3313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142106" y="2057401"/>
            <a:ext cx="33132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238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 sz="15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688617" y="1428750"/>
            <a:ext cx="3313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4688617" y="2057401"/>
            <a:ext cx="33132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238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 sz="15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142107" y="285750"/>
            <a:ext cx="6859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791909" y="1428750"/>
            <a:ext cx="26982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orbel"/>
              <a:buNone/>
              <a:defRPr sz="27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799118" y="3486150"/>
            <a:ext cx="2686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3714528" y="514350"/>
            <a:ext cx="48018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238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  <a:defRPr sz="15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791909" y="1428750"/>
            <a:ext cx="26982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orbel"/>
              <a:buNone/>
              <a:defRPr sz="2700" b="0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799118" y="3486150"/>
            <a:ext cx="2686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1" descr="An empty placeholder to add an image. Click on the placeholder and select the image that you wish to add."/>
          <p:cNvSpPr>
            <a:spLocks noGrp="1"/>
          </p:cNvSpPr>
          <p:nvPr>
            <p:ph type="pic" idx="2"/>
          </p:nvPr>
        </p:nvSpPr>
        <p:spPr>
          <a:xfrm>
            <a:off x="3714528" y="514350"/>
            <a:ext cx="4801800" cy="4000500"/>
          </a:xfrm>
          <a:prstGeom prst="rect">
            <a:avLst/>
          </a:prstGeom>
          <a:solidFill>
            <a:schemeClr val="dk2"/>
          </a:solidFill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142107" y="285750"/>
            <a:ext cx="6859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025335" y="-454501"/>
            <a:ext cx="3086100" cy="6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5315694" y="1828651"/>
            <a:ext cx="42291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800100" y="-372149"/>
            <a:ext cx="4229100" cy="55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2" name="Google Shape;82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>
              <a:spcBef>
                <a:spcPts val="14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23850">
              <a:spcBef>
                <a:spcPts val="90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lvl="2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42107" y="285750"/>
            <a:ext cx="6859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orbel"/>
              <a:buNone/>
              <a:defRPr sz="27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42107" y="1428749"/>
            <a:ext cx="6852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04800" algn="l" rtl="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04800" algn="l" rtl="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04800" algn="l" rtl="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04800" algn="l" rtl="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1142107" y="4800600"/>
            <a:ext cx="49161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171424" y="4800600"/>
            <a:ext cx="1087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373078" y="4800600"/>
            <a:ext cx="6288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2201980" y="1291663"/>
            <a:ext cx="5017500" cy="15789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 algn="ctr">
              <a:lnSpc>
                <a:spcPct val="90000"/>
              </a:lnSpc>
            </a:pPr>
            <a:r>
              <a:rPr lang="en-US" sz="3425" dirty="0">
                <a:latin typeface="Times New Roman"/>
                <a:ea typeface="Times New Roman"/>
                <a:cs typeface="Times New Roman"/>
                <a:sym typeface="Times New Roman"/>
              </a:rPr>
              <a:t>Arabic AI Text Detection Using Apache Spark and Machine Learning</a:t>
            </a:r>
            <a:endParaRPr sz="57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571075" y="2722700"/>
            <a:ext cx="3470700" cy="506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725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325"/>
          </a:p>
        </p:txBody>
      </p:sp>
      <p:sp>
        <p:nvSpPr>
          <p:cNvPr id="93" name="Google Shape;93;p15"/>
          <p:cNvSpPr txBox="1"/>
          <p:nvPr/>
        </p:nvSpPr>
        <p:spPr>
          <a:xfrm>
            <a:off x="183275" y="4511975"/>
            <a:ext cx="361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Abdulaziz Alsehli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008400" y="871100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2650">
                <a:latin typeface="Times New Roman"/>
                <a:ea typeface="Times New Roman"/>
                <a:cs typeface="Times New Roman"/>
                <a:sym typeface="Times New Roman"/>
              </a:rPr>
              <a:t>Project Idea</a:t>
            </a:r>
            <a:endParaRPr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1052550" y="1492200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5000"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5000">
                <a:latin typeface="Times New Roman"/>
                <a:ea typeface="Times New Roman"/>
                <a:cs typeface="Times New Roman"/>
                <a:sym typeface="Times New Roman"/>
              </a:rPr>
              <a:t>Detecting AI-generated Arabic text has become increasingly important.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5000"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5000">
                <a:latin typeface="Times New Roman"/>
                <a:ea typeface="Times New Roman"/>
                <a:cs typeface="Times New Roman"/>
                <a:sym typeface="Times New Roman"/>
              </a:rPr>
              <a:t>Build a scalable Arabic text classification system using Apache Spark and machine learning.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1052550" y="289125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1052550" y="1391800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- Python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- Apache Spark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- Hadoop HDFS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- PySpark MLlib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- TF-IDF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1113062" y="-126340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1"/>
          </p:nvPr>
        </p:nvSpPr>
        <p:spPr>
          <a:xfrm>
            <a:off x="1052550" y="787760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1. Load dataset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2. Clean Arabic text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3. TF-IDF feature extraction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4. Train ML models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5. Evaluate performance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Models: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- Logistic Regression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- Random Forest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1600" dirty="0">
                <a:latin typeface="Times New Roman"/>
                <a:ea typeface="Times New Roman"/>
                <a:cs typeface="Times New Roman"/>
                <a:sym typeface="Times New Roman"/>
              </a:rPr>
              <a:t>- Linear SVM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1052550" y="-59197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dirty="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1052550" y="922162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| Model | Accuracy |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|---|---|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| Logistic Regression | 91.38% |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| Random Forest | 86.90% |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| Linear SVM | 93.67% |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Best Model: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Linear SVM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ROC-AUC: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lang="ar" sz="1420" dirty="0">
                <a:latin typeface="Times New Roman"/>
                <a:ea typeface="Times New Roman"/>
                <a:cs typeface="Times New Roman"/>
                <a:sym typeface="Times New Roman"/>
              </a:rPr>
              <a:t>98.22%</a:t>
            </a:r>
            <a:endParaRPr sz="142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2AE44869-E98D-7FB2-7127-C10C5A603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534" y="721556"/>
            <a:ext cx="5533465" cy="37003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1052550" y="262225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latin typeface="Times New Roman"/>
                <a:ea typeface="Times New Roman"/>
                <a:cs typeface="Times New Roman"/>
                <a:sym typeface="Times New Roman"/>
              </a:rPr>
              <a:t>Streaming Pipeline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1052550" y="1427900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8015">
                <a:latin typeface="Times New Roman"/>
                <a:ea typeface="Times New Roman"/>
                <a:cs typeface="Times New Roman"/>
                <a:sym typeface="Times New Roman"/>
              </a:rPr>
              <a:t>Implemented Spark Structured Streaming for real-time Arabic text processing.</a:t>
            </a:r>
            <a:endParaRPr sz="801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8015"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endParaRPr sz="801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8015">
                <a:latin typeface="Times New Roman"/>
                <a:ea typeface="Times New Roman"/>
                <a:cs typeface="Times New Roman"/>
                <a:sym typeface="Times New Roman"/>
              </a:rPr>
              <a:t>- Real-time input</a:t>
            </a:r>
            <a:endParaRPr sz="801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8015">
                <a:latin typeface="Times New Roman"/>
                <a:ea typeface="Times New Roman"/>
                <a:cs typeface="Times New Roman"/>
                <a:sym typeface="Times New Roman"/>
              </a:rPr>
              <a:t>- Continuous processing</a:t>
            </a:r>
            <a:endParaRPr sz="801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ar" sz="8015">
                <a:latin typeface="Times New Roman"/>
                <a:ea typeface="Times New Roman"/>
                <a:cs typeface="Times New Roman"/>
                <a:sym typeface="Times New Roman"/>
              </a:rPr>
              <a:t>- Scalable architecture</a:t>
            </a:r>
            <a:endParaRPr sz="801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5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1052550" y="891300"/>
            <a:ext cx="7038900" cy="9141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265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1"/>
          </p:nvPr>
        </p:nvSpPr>
        <p:spPr>
          <a:xfrm>
            <a:off x="1052550" y="1461475"/>
            <a:ext cx="7038900" cy="291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r>
              <a:rPr lang="ar" sz="1810">
                <a:latin typeface="Times New Roman"/>
                <a:ea typeface="Times New Roman"/>
                <a:cs typeface="Times New Roman"/>
                <a:sym typeface="Times New Roman"/>
              </a:rPr>
              <a:t>- Successfully detected Arabic AI-generated text.</a:t>
            </a: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r>
              <a:rPr lang="ar" sz="1810">
                <a:latin typeface="Times New Roman"/>
                <a:ea typeface="Times New Roman"/>
                <a:cs typeface="Times New Roman"/>
                <a:sym typeface="Times New Roman"/>
              </a:rPr>
              <a:t>- Apache Spark improved scalability.</a:t>
            </a: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r>
              <a:rPr lang="ar" sz="1810">
                <a:latin typeface="Times New Roman"/>
                <a:ea typeface="Times New Roman"/>
                <a:cs typeface="Times New Roman"/>
                <a:sym typeface="Times New Roman"/>
              </a:rPr>
              <a:t>- Linear SVM achieved the best performance.</a:t>
            </a: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r>
              <a:rPr lang="ar" sz="1810"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r>
              <a:rPr lang="ar" sz="1810">
                <a:latin typeface="Times New Roman"/>
                <a:ea typeface="Times New Roman"/>
                <a:cs typeface="Times New Roman"/>
                <a:sym typeface="Times New Roman"/>
              </a:rPr>
              <a:t>- Deep learning</a:t>
            </a: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r>
              <a:rPr lang="ar" sz="1810">
                <a:latin typeface="Times New Roman"/>
                <a:ea typeface="Times New Roman"/>
                <a:cs typeface="Times New Roman"/>
                <a:sym typeface="Times New Roman"/>
              </a:rPr>
              <a:t>- Transformers</a:t>
            </a: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r>
              <a:rPr lang="ar" sz="1810">
                <a:latin typeface="Times New Roman"/>
                <a:ea typeface="Times New Roman"/>
                <a:cs typeface="Times New Roman"/>
                <a:sym typeface="Times New Roman"/>
              </a:rPr>
              <a:t>- Real-time deployment</a:t>
            </a:r>
            <a:endParaRPr sz="18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407"/>
              <a:buNone/>
            </a:pP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A37B5A1-1D44-EBD7-B5B9-53A4B16D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implementation</a:t>
            </a: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F3E366B-C71A-568F-9492-490C6A3C2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60481F49-454D-9369-9E55-7E65BEC80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3" y="1485900"/>
            <a:ext cx="4780429" cy="3321445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16AFB9D5-BE35-08D9-94BD-3F24C731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264" y="1485899"/>
            <a:ext cx="3966883" cy="33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0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D1F7-E4E2-94B4-3DF3-0A2A398B1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E4BAFD2-8E17-D56C-672F-BDA5B7FC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implementation</a:t>
            </a: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C23C799-D6B6-9194-21DF-CB230080C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8F5B5039-0DDC-D8C0-5AAA-7D3A8E36A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70" y="1392933"/>
            <a:ext cx="574437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8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3021600" y="1585425"/>
            <a:ext cx="6122400" cy="1537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5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" sz="5000"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3"/>
          <p:cNvSpPr txBox="1">
            <a:spLocks noGrp="1"/>
          </p:cNvSpPr>
          <p:nvPr>
            <p:ph type="body" idx="1"/>
          </p:nvPr>
        </p:nvSpPr>
        <p:spPr>
          <a:xfrm>
            <a:off x="6883550" y="-149225"/>
            <a:ext cx="1547100" cy="457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rgbClr val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193</Words>
  <Application>Microsoft Office PowerPoint</Application>
  <PresentationFormat>عرض على الشاشة (16:9)</PresentationFormat>
  <Paragraphs>53</Paragraphs>
  <Slides>10</Slides>
  <Notes>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5" baseType="lpstr">
      <vt:lpstr>Lato</vt:lpstr>
      <vt:lpstr>Times New Roman</vt:lpstr>
      <vt:lpstr>Corbel</vt:lpstr>
      <vt:lpstr>Arial</vt:lpstr>
      <vt:lpstr>Digital Blue Tunnel 16x9</vt:lpstr>
      <vt:lpstr>Arabic AI Text Detection Using Apache Spark and Machine Learning</vt:lpstr>
      <vt:lpstr>Project Idea  </vt:lpstr>
      <vt:lpstr>Technologies Used</vt:lpstr>
      <vt:lpstr>Methodology</vt:lpstr>
      <vt:lpstr>Results</vt:lpstr>
      <vt:lpstr>Streaming Pipeline</vt:lpstr>
      <vt:lpstr>Conclusion  </vt:lpstr>
      <vt:lpstr>Project implementation</vt:lpstr>
      <vt:lpstr>Project implementation</vt:lpstr>
      <vt:lpstr>Thank You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Abdulaziz Alsehli</cp:lastModifiedBy>
  <cp:revision>5</cp:revision>
  <dcterms:modified xsi:type="dcterms:W3CDTF">2026-05-20T12:48:40Z</dcterms:modified>
</cp:coreProperties>
</file>